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は「LED」という名前で指定します。最初に30秒のウォームアップをします。つまずきやすい点:30秒間は何も表示されませんが、壊れていないので待ちましょう。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16052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4415" cy="5943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6400800" cy="876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400800" cy="876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print("1行目")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print("2行目")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1行目のあとに実行される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print("3行目")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17320"/>
            <a:ext cx="274320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78408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412480" y="2514600"/>
            <a:ext cx="274320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8408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3611880"/>
            <a:ext cx="274320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315200" cy="876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315200" cy="876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True なので終わらない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print("ずっと表示")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time.sleep(1)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315200" cy="1092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315200" cy="1092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if distance &lt; 10: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もし距離が10cm未満なら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print("近い!")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else: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そうでなければ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6027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37588"/>
            <a:ext cx="535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308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308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i in range(3):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i に 0, 1, 2 が順に入る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print(i)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p in (red, yellow, green):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LED を1個ずつ取り出す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6916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5348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092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092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double(x):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return x * 2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x を2倍した結果を返す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print(double(5))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 LED は光るとき約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抵抗の電圧 = Pico の電圧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280160" cy="0.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280160" cy="0.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280160" cy="0.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必要な道具(モジュール)を読み込む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Pin:Pico のピンを操作するための道具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time:待ち時間を作るための道具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Pin(番号, Pin.OUT) で「このピンは電気を出す(出力)」と決める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GP2 に赤のLED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GP3 に黄のLED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GP4 に緑のLED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赤・黄・緑を1つずつ取り出して p に入れ、順番に消す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63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41381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配線チェック:1個ずつ点灯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(名前, ピン) の組を順番に取り出して処理する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name, p in (("赤", red), ("黄", yellow), ("緑", green)):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all_off()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いったん全部消す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print(name, "点灯")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Shell に今どの色かを表示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p.value(1)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 = 電気を流す = 点灯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time.sleep(1)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チェックが終わったら全部消す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63268"/>
            <a:ext cx="5425439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信号のサイクル(ずっと繰り返す)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True なので終わらない(無限ループ)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green.value(1)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green.value(0)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yellow.value(1)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time.sleep(2)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yellow.value(0)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red.value(1)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red.value(0)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赤を消す → また緑に戻る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3.3V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[抵抗]  ← Pico の内部にある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├───── GP5(入力)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┴ スイッチ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GP2:赤(出力)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GP3:黄(出力)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GP4:緑(出力)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GP5 をボタン用の「入力(IN)」にする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PULL_UP:内部のプルアップ抵抗を使う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  押していない → 1(HIGH)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  押している   → 0(LOW) ← 押すと 0 になる点に注意!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 = Pin(5, Pin.IN, Pin.PULL_UP)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858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50017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green.value(1)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車用の信号は緑で待つ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ボタンの状態を読む。0 なら押されている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time.sleep_ms(20)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20ミリ秒待つ(チャタリング対策)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if button.value() == 0: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20ミリ秒後もまだ押されていたら「本当に押した」と判断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time.sleep(3)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押してからすぐには変わらず、3秒待つ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time.sleep(2)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黄は2秒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268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3058668"/>
            <a:ext cx="2136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51280" y="3490468"/>
            <a:ext cx="2136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time.sleep(5)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赤は5秒(この間に歩行者がわたる)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 → 緑(元に戻る)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ボタンが押しっぱなしなら、離されるまでここで待つ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(待たないと、すぐに次のサイクルが始まってしまう)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while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  time.sleep_ms(10)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10ミリ秒ごとにボタンを見に行く(これがポーリング)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6880" y="4138168"/>
            <a:ext cx="24028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ピンの設定(ポーリング版と同じ)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 = Pin(5, Pin.IN, Pin.PULL_UP)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押すと 0 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フラグ(目印)の変数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割り込みで呼ばれる関数(ハンドラ)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on_press(pin):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global pressed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関数の外にある pressed を書き換えるための宣言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pressed = True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「押されたよ」と目印を立てるだけ(短く書くのが大事)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85868"/>
            <a:ext cx="16916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割り込みの登録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IRQ_FALLING:1 → 0 に変わった瞬間(=押した瞬間)に on_press を呼ぶ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button.irq(trigger=Pin.IRQ_FALLING, handler=on_press)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ボタンを直接見に行かず、目印(pressed)を確認する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pressed: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pressed = False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目印を下ろしておく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time.sleep_ms(3000)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3秒待つ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109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95680" y="26268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699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5680" y="5001768"/>
            <a:ext cx="10693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time.sleep_ms(2000)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黄は2秒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time.sleep_ms(5000)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赤は5秒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 → 緑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黄・赤の間に押されていても、割り込みで目印が立っている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ここで False に戻すと「その押下は無視」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この行を消すと「予約」として次のサイクルが始まる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time.sleep_ms(50)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・人の体から出る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を感じ取る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・検知すると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、いなくなると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GP15 を人感センサーの入力にする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PULL_DOWN:何もつながっていないときは 0(LOW)に固定する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pir = Pin(15, Pin.IN, Pin.PULL_DOWN)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Pico 本体に付いているLEDを出力にする(番号ではなく "LED" と名前で指定する)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 = Pin("LED",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ウォームアップ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電源を入れてすぐはセンサーが不安定なので30秒待つ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print("ウォームアップ中...")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time.sleep(30)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print("開始")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前回の値を覚えておく変数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prev = 0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最初は「検知なし」として始める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now = pir.value()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今のセンサーの値(1:検知、0:検知なし)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前回と値が変わったときだけ表示する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(毎回表示すると Shell が文字だらけになるため)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now != prev: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if now == 1: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print("検知!")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print("検知なし")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led.value(now)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検知中は本体LEDを点ける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prev = now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今の値を「前回の値」として覚える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time.sleep_ms(100)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0.1秒ごとに確認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2626868"/>
            <a:ext cx="1424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51280" y="2842768"/>
            <a:ext cx="11582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51280" y="3274568"/>
            <a:ext cx="535939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= 時間 × 0.017 = 時間 ÷ 58.8…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Echo ──[1kΩ]──┬── GP11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[2kΩ]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51760"/>
            <a:ext cx="374903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828800" cy="0.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Pin, time_pulse_us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trig = Pin(10,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GP10:Trig(音を出す合図を送る → 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echo = Pin(11, Pin.IN)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GP11:Echo(返ってきた時間を受け取る → 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※ Echo は分圧回路(1kΩ・2kΩ)を通してつなぐ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関数:距離を測って cm で返す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read_cm():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合図の前に、いったん 0 にして落ち着かせる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time.sleep_us(2)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10μs だけ 1 にする → センサーが超音波を出す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time.sleep_us(10)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63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Echo が 1 になっている時間(音が往復した時間)を測る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30000μs(=30ミリ秒)待っても返ってこなければあきらめる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 = time_pulse_us(echo, 1, 30000)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測れなかったとき、t はマイナスの値になる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t &lt;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return None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None =「値なし」を返す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時間(μs)を距離(cm)に変える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音速 0.034cm/μs × 時間 ÷ 2(往復なので)≒ 時間 ÷ 58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5680" y="2410968"/>
            <a:ext cx="8915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d = read_cm()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距離を測る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d is None: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print("測定不可")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{:.1f} は「小数第1位まで表示する」という意味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print("{:.1f} cm".format(d))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time.sleep_ms(200)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2195068"/>
            <a:ext cx="1247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5680" y="2626868"/>
            <a:ext cx="535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