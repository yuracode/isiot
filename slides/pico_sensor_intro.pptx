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まずは3行だけのプログラムで、Pico 本体の LED をつけてみましょう。Pin("LED", Pin.OUT) で本体の LED を出力にして、value(1) で点灯です。つまずきやすい点:右下のインタプリタが MicroPython (Raspberry Pi Pico) になっていないと動きません。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次は、つけて1秒待って消します。time.sleep(1) が1秒待つ命令です。プログラムは上から順番に実行されるので、点灯、待つ、消灯の順に動きます。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最後は while True で、つけて消してをずっとくり返します。これで点滅になります。つまずきやすい点:while の中の行は字下げ(スペース4つ)をそろえましょう。止めるときは停止ボタンです。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ここからは発展です。OLED は1つ1つの点が自分で光る画面で、今回のものは横128、縦64ドットです。左上が0,0で、右に x、下に y が増えます。標準の文字は8×8ドットなので、1行16文字、8行まで書けます。OLED とは I2C という、SDA と SCL の2本の線でやりとりします。SSD1306 のアドレスはふつう0x3C、10進数で60です。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OLED を動かすには ssd1306 というライブラリが必要です。Thonny のツール、パッケージを管理から入れます。Pico の中に lib/ssd1306.py ができていれば OK です。つまずきやすい点:Pico をつないで、右下が MicroPython になっている状態でインストールしましょう。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配線です。GND は23番、VCC は3V3の36番、SCL は GP19 の25番、SDA は GP18 の24番です。信号機やボタンとピンが重ならないように、I2C1 の GP18 と GP19 を使います。つまずきやすい点:端子の並びは製品によって違うので、OLED に書いてある文字を必ず見ましょう。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I2C1 を GP18 と GP19 で使う準備をして、i2c.scan() でつながっている部品を調べます。60と出れば OK です。text で文字、rect で四角を描き、最後に show で画面に送ります。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True の中で、消す、描く、show をくり返して数字を書きかえます。つまずきやすい点:show を忘れると何も表示されません。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大事なのは、text や rect は下書きに描くだけで、show を呼んだときにはじめて画面に出ることです。表示を書きかえるときは fill(0) で消してから描きます。数は str で文字に変えてから text に渡します。scan の結果が空っぽなら、SDA と SCL が逆になっていないか確認しましょう。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02336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23560"/>
            <a:ext cx="11094415" cy="7772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</a:t>
            </a:r>
          </a:p>
          <a:p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①つける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点灯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53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Pin("LED", Pin.OUT)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:本体の LED 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led.value(1)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 で点灯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消える)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②つけて消す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time.sleep(1)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led.value(0)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消灯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55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time.sleep(1)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1秒待つ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・上から順に:点灯 → 待つ → 消灯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3秒光る)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③点滅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ずっとくり返す(止めるときは停止ボタン)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led.value(1)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led.value(0)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消灯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0408"/>
            <a:ext cx="1628140" cy="3302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58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の中(字下げした4行)が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ずっとくり返される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0.5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速く点滅)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print("1行目")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print("2行目")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1行目のあとに実行される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print("3行目")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41732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19556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869680" y="251460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9556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61188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print("ずっと表示")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781810" cy="355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if distance &lt; 10: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もし距離が10cm未満なら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print("近い!")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else:        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そうでなければ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70383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91588"/>
            <a:ext cx="85979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i in range(3):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 に 0, 1, 2 が順に入る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print(i)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p in (red, yellow, green):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LED を1個ずつ取り出す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85750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34488"/>
            <a:ext cx="470154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double(x):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x * 2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x を2倍した結果を返す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print(double(5))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242820" cy="355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は光るとき約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51460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電源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9125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19125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6791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86791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116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1460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51460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9125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19125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6791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86791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280160" cy="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280160" cy="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280160" cy="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必要な道具(モジュール)を読み込む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Pin(番号, Pin.OUT) で「このピンは電気を出す(出力)」と決める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 に赤のLED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 に黄のLED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 に緑のLED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赤・黄・緑を1つずつ取り出して p に入れ、順番に消す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404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4963668"/>
            <a:ext cx="386334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配線チェック:1個ずつ点灯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(名前, ピン) の組を順番に取り出して処理する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name, p in (("赤", red), ("黄", yellow), ("緑", green)):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all_off()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いったん全部消す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print(name, "点灯")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Shell に今どの色かを表示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電気を流す = 点灯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チェックが終わったら全部消す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信号のサイクル(ずっと繰り返す)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なので終わらない(無限ループ)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green.value(1)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green.value(0)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緑を消す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90268"/>
            <a:ext cx="756666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41254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218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2184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yellow.value(1)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time.sleep(2)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red.value(1)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red.value(0)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赤を消す → また緑に戻る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743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743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3.3V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[抵抗]  ← Pico の内部にある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├───── GP5(入力)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┴ スイッチ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GP2:赤(出力)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GP3:黄(出力)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GP4:緑(出力)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GP5 をボタン用の「入力(IN)」にする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PULL_UP:内部のプルアップ抵抗を使う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押していない → 1(HIGH)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押している   → 0(LOW) ← 押すと 0 になる点に注意!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車用の信号は緑で待つ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ボタンの状態を読む。0 なら押されている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button.value() == 0: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20ミリ秒待つ(チャタリング対策)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button.value() == 0: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20ミリ秒後もまだ押されていたら「本当に押した」と判断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print("ボタン押下")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10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1890268"/>
            <a:ext cx="386334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44048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4963668"/>
            <a:ext cx="298323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5522468"/>
            <a:ext cx="298323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time.sleep(3)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押してからすぐには変わらず、3秒待つ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print("黄")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time.sleep(2)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print("赤(歩行者OK)")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time.sleep(5)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赤は5秒(この間に歩行者がわたる)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3581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3581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緑(元に戻る)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print("緑に復帰")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ボタンが押しっぱなしなら、離されるまでここで待つ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(待たないと、すぐに次のサイクルが始まってしまう)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while button.value() == 0: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time.sleep_ms(10)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10ミリ秒ごとにボタンを見に行く(これがポーリング)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20" y="3287268"/>
            <a:ext cx="336042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ピンの設定(ポーリング版と同じ)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押すと 0 になる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フラグ(目印)の変数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pressed =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割り込みで呼ばれる関数(ハンドラ)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on_press(pin):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global pressed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関数の外にある pressed を書き換えるための宣言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pressed = True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「押されたよ」と目印を立てるだけ(短く書くのが大事)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割り込みの登録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IRQ_FALLING:1 → 0 に変わった瞬間(=押した瞬間)に on_press を呼ぶ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button.irq(trigger=Pin.IRQ_FALLING, handler=on_press)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90268"/>
            <a:ext cx="235458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4404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684268"/>
            <a:ext cx="386334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ボタンを直接見に行かず、目印(pressed)を確認する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pressed: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目印を下ろしておく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print("ボタン押下")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time.sleep_ms(3000)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0078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3566668"/>
            <a:ext cx="147447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print("黄")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time.sleep_ms(2000)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print("赤(歩行者OK)")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time.sleep_ms(5000)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print("緑に復帰")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押しボタン信号(irq版)コード(5/5)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黄・赤の間に押されていても、割り込みで目印が立っている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ここで False に戻すと「その押下は無視」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この行を消すと「予約」として次のサイクルが始まる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time.sleep_ms(50)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・人の体の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 →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・いなくなる 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→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が必要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→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38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GP15 を人感センサーの入力にする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PULL_DOWN:何もつながっていないときは 0(LOW)に固定する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pir = Pin(15, Pin.IN, Pin.PULL_DOWN)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ウォームアップ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電源を入れてすぐはセンサーが不安定なので30秒待つ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print("ウォームアップ中...")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time.sleep(30)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print("開始")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前回の値を覚えておく変数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prev = 0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最初は「検知なし」として始める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now = pir.value()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今のセンサーの値(1:検知、0:検知なし)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4490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前回と値が変わったときだけ表示する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(毎回表示すると Shell が文字だらけになるため)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now != prev: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now == 1: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print("検知!")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else: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print("検知なし")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led.value(now)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検知中は本体LEDを点ける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prev = now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今の値を「前回の値」として覚える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time.sleep_ms(100)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0.1秒ごとに確認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90268"/>
            <a:ext cx="197739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1600" y="2169668"/>
            <a:ext cx="160020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2728468"/>
            <a:ext cx="72009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41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時間 × 0.017(= ÷ 58.8)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625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625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──[1kΩ]──┬── GP11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[2kΩ]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26080"/>
            <a:ext cx="37490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82880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Pin, time_pulse_us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trig = Pin(10,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GP10:Trig(音を出す合図を送る → 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= Pin(11, Pin.IN)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GP11:Echo(返ってきた時間を受け取る → 入力)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※ Echo は分圧回路(1kΩ・2kΩ)を通してつなぐ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関数:距離を測って cm で返す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read_cm():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合図の前に、いったん 0 にして落ち着かせる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404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10μs だけ 1 にする → センサーが超音波を出す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time.sleep_us(10)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Echo が 1 になっている時間(音が往復した時間)を測る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30000μs(=30ミリ秒)待っても返ってこなければあきらめる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 = time_pulse_us(echo, 1, 30000)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測れなかったとき、t はマイナスの値になる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t &lt; 0: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return None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None =「値なし」を返す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時間(μs)を距離(cm)に変える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音速 0.034cm/μs × 時間 ÷ 2(往復なので)≒ 時間 ÷ 58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125468"/>
            <a:ext cx="122301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d = read_cm()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距離を測る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d is None: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print("測定不可")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else: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{:.1f} は「小数第1位まで表示する」という意味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print("{:.1f} cm".format(d))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time.sleep_ms(200)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108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449068"/>
            <a:ext cx="172593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007868"/>
            <a:ext cx="72009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50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OLED ディスプレイと I2C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OLED(発展)  |  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・OLED: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1つ1つの点が自分で光る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画面(横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128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× 縦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64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ドット)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・左上が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(0, 0)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。右へ x、下へ y が増える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・文字は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8×8 ドット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1行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16文字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8行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まで(英数字のみ)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I2C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SDA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(データ)と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SCL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(合図)の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2本の線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でやりとり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・SSD1306 のアドレスはふつう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0x3C(= 60)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572000"/>
            <a:ext cx="5120640" cy="1346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5120640" cy="1346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(0,0) ──────▶ x (0〜127)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▼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y (0〜63)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ライブラリを入れよう(Thonny)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OLED(発展)  |  52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822960" cy="82296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08760"/>
            <a:ext cx="999713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メニューの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ツール → パッケージを管理…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を開く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822960" cy="82296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97480"/>
            <a:ext cx="999713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ssd1306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で検索し、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micropython-ssd1306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インストール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86200"/>
            <a:ext cx="822960" cy="82296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886200"/>
            <a:ext cx="999713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の中に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lib/ssd1306.py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ができていれば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20640"/>
            <a:ext cx="11094415" cy="64008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Pico をつないだ状態(右下が MicroPython)でインストールしよう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OLED の配線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OLED(発展)  |  53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SSD1306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3V3(物理36)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GP19(物理25)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SCL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GP18(物理24)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SDA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3V3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につなぐ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I2C1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(GP18・GP19)を使う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・並びは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製品ごとにちがう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OLED 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OLED(発展)  |  54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I2C:2本の線(SDA・SCL)で部品とやりとりするしくみ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Pin, I2C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ssd1306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OLED(SSD1306)を動かすライブラリ(Thonny で入れておく)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I2C と OLED 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i2c = I2C(1, sda=Pin(18), scl=Pin(19), freq=400000)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I2C1:SDA=GP18、SCL=GP19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print("見つかった部品:", i2c.scan())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[60] と出れば OK(60 = 0x3C)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oled = ssd1306.SSD1306_I2C(128, 64, i2c)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横128 × 縦64 ドットの画面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最初のあいさつ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oled.fill(0)    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画面を全部消す(0 = 黒)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oled.text("Hello Pico!", 0, 0)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文字, x(横), y(縦)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oled.text("SSD1306 OLED", 0, 16)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oled.rect(0, 40, 128, 20, 1)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四角の枠:x, y, 幅, 高さ, 色(1 = 白)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OLED 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OLED(発展)  |  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3581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3581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oled.show()     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← show() を呼んで、はじめて画面に出る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time.sleep(2)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メインの繰り返し:数を数えて表示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n = 0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oled.fill(0)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前の表示を消す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oled.text("count:", 0, 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oled.text(str(n), 0, 16)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数は str() で文字に変えてから表示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oled.show()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n = n + 1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time.sleep_ms(500)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0.5秒ごとに数える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7284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OLED 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OLED(発展)  |  56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5943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i2c.scan()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つながっている部品のアドレス。</a:t>
                      </a:r>
                      <a:r>
                        <a:rPr sz="20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[60]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なら 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oled.fill(0)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画面を全部消す(0 = 黒、1 = 白)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oled.text("文字", x, 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文字を描く(下書き)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oled.show()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下書きを </a:t>
                      </a:r>
                      <a:r>
                        <a:rPr sz="20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画面に送る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str(n)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数を文字に変える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12064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[]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と出たら配線を確認(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SDA と SCL が逆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になっていない?)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第8部 まとめ  |  57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第8部 まとめ  |  58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